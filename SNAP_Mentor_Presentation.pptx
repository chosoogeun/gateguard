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SNAP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2C39A"/>
                </a:solidFill>
              </a:rPr>
              <a:t>스마트 불법광고 적발 및 민원 자동 처리 시스템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</a:rPr>
              <a:t>경기대학교 AI컴퓨터공학부 캡스톤디자인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문제 정의 &amp; 솔루션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문제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전봇대, 버스정류장 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불법 광고물 증가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신고 절차 복잡 &amp; 비효율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신고 동기 부족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솔루션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AI로 자동 탐지 &amp; 분류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한 번의 클릭으로 신고 완료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지역화폐 포인트 지급 (앱테크)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핵심 기능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📸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사진 촬영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스마트폰으로 불법광고물을 찍고 앱에 올리기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🤖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AI 판정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2900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YOLOv8으로 탐지, EfficientNet으로 분류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13716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💰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포인트 지급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63640" y="22860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신고 시 30P, 불법 확정 시 추가 70P 지급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AI 파이프라인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사진 입력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691640"/>
            <a:ext cx="5486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03120" y="11887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1887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YOLOv8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탐지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74720" y="1691640"/>
            <a:ext cx="5486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611880" y="11887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1887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EfficientNet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분류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83480" y="1691640"/>
            <a:ext cx="5486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120640" y="11887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1887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EasyOCR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텍스트 추출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92240" y="1691640"/>
            <a:ext cx="548640" cy="0"/>
          </a:xfrm>
          <a:prstGeom prst="line">
            <a:avLst/>
          </a:prstGeom>
          <a:noFill/>
          <a:ln w="2540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675120" y="118872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675120" y="11887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결과 반환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66"/>
                </a:solidFill>
              </a:rPr>
              <a:t>정확도: 탐지 96% | 분류 92% | 텍스트 추출 88%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포인트 시스템 (게이미피케이션)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371600"/>
          <a:ext cx="45720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</a:tblGrid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신고 접수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+30P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불법 확정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+70P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민원 처리 완료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28090"/>
                          </a:solidFill>
                        </a:rPr>
                        <a:t>+20P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포인트는 지역화폐·할인권으로 교환 가능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66666"/>
                </a:solidFill>
              </a:rPr>
              <a:t>(현금화 불가)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기술 스택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🤖 AI/ML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PyTorch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YOLOv8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EfficientNet-B0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EasyOCR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3756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⚙️ Backend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337560" y="15544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FastAPI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PostgreSQL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Redis + Celery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AWS S3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📱 Frontend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17920" y="15544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React Native (앱)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React.js (웹)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네이버맵 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12121"/>
                </a:solidFill>
              </a:rPr>
              <a:t>Chart.js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F3C7E"/>
                </a:solidFill>
              </a:rPr>
              <a:t>팀 구성 &amp; 개발 일정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팀 구성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🎯 백엔드팀장: 조수근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🖥️ 백엔드: 최태양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💾 DB: 김민지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☁️ 인프라: 이동근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📱 프론트엔드팀장: 이지현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🎨 프론트엔드: 김유진, 양은혜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🤖 AI: 윤효정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84632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개발 일정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846320" y="1417320"/>
            <a:ext cx="5486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1417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~3/30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6656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환경세팅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46320" y="1892808"/>
            <a:ext cx="5486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0" y="1892808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~4/6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18928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라벨링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2368296"/>
            <a:ext cx="5486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0" y="2368296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~4/17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236829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모델학습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843784"/>
            <a:ext cx="5486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843784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~5/1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28437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앱·AI연동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0" y="3319272"/>
            <a:ext cx="5486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331927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~6/4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33192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전체완성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548640" cy="365760"/>
          </a:xfrm>
          <a:prstGeom prst="rect">
            <a:avLst/>
          </a:prstGeom>
          <a:solidFill>
            <a:srgbClr val="02809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0" y="37947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~6/13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3794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</a:rPr>
              <a:t>데모·경진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2C39A"/>
                </a:solidFill>
              </a:rPr>
              <a:t>기대효과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불법광고물 적발 효율화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시민 참여형 시스템으로 신고 활성화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2651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지자체 행정 부담 감소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게이미피케이션으로 지속적 참여 유도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✅ 지역경제 활성화 (지역화폐 사용)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SNAP - 스마트 불법광고 적발 및 민원 자동 처리 시스템</dc:title>
  <dc:subject>PptxGenJS Presentation</dc:subject>
  <dc:creator>경기대 SNAP팀</dc:creator>
  <cp:lastModifiedBy>경기대 SNAP팀</cp:lastModifiedBy>
  <cp:revision>1</cp:revision>
  <dcterms:created xsi:type="dcterms:W3CDTF">2026-03-25T12:16:50Z</dcterms:created>
  <dcterms:modified xsi:type="dcterms:W3CDTF">2026-03-25T12:16:50Z</dcterms:modified>
</cp:coreProperties>
</file>